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jpeg" ContentType="image/jpeg"/>
  <Override PartName="/ppt/media/image8.png" ContentType="image/png"/>
  <Override PartName="/ppt/media/image3.jpeg" ContentType="image/jpeg"/>
  <Override PartName="/ppt/media/image5.png" ContentType="image/png"/>
  <Override PartName="/ppt/media/image4.png" ContentType="image/png"/>
  <Override PartName="/ppt/media/image6.png" ContentType="image/png"/>
  <Override PartName="/ppt/media/image7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A35AA9-4D44-4810-B5D2-26EC73A544A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553F15-E714-4482-9AF4-826990B18F7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4EEA21-FF0A-4071-A379-86CCAACCFC8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49393A-35B5-4A28-91A3-40BA4609C91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CCF99C-675A-4AE8-A441-0F477AEF0C5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E75F11-18A5-4AB0-A3A5-722FAFBDA82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F8C5D7-F60A-40A7-B128-40495F28157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0024C9-06FD-4EE8-B531-881C118927D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C27C5B-0346-4575-99AF-BA72670A712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7045D4-6A01-44F9-8D6C-755129C3BB5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777F07-A6A0-4010-886E-617CD73F220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ОПРЕДЕЛЕНИЕ СКОРОСТИ РАСПРОСТРАНЕНИЯ ВОЛНЫ НА ПОВЕРХНОСТИ ВОДЫ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9301320" y="5663520"/>
            <a:ext cx="288972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Лысенко Ярослав, Калашников Пётр, Ванин Клим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Цель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Исследование зависимости скорости распространения возмущений в воде от глубины канала.</a:t>
            </a:r>
            <a:endParaRPr b="0" lang="en-US" sz="4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4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4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07080" y="1836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Задачи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07080" y="1071720"/>
            <a:ext cx="11883600" cy="519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Собрать и протестировать схему датчика открытия дверцы.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Написать и протестировать скрипт для калибровки.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Написать и протестировать скрипт для проведения измерения.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Провести серию измерений для калибровки.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Провести серию измерений скорости волны для разных уровней воды.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Получить и визуализировать на графике калибровочную зависимость уровня воды в кювете от показаний АЦП.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Построить графики зависимостей уровня воды в кювете от времени для каждого из трех экспериментов и определить по графикам скорости распространения волны.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Построить график теоретической зависимости скорости волны от уровня воды и нанести на него полученные в эксперименте скорости.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4"/>
          <p:cNvSpPr/>
          <p:nvPr/>
        </p:nvSpPr>
        <p:spPr>
          <a:xfrm>
            <a:off x="186840" y="1080000"/>
            <a:ext cx="11512440" cy="55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3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Скорость распространения малых возмущений </a:t>
            </a: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— скорость распространения точки с постоянным физическим параметром 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(в данной задачи – глубины жидкости).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Для теоретических расчётов</a:t>
            </a: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 будем использовать следующие приближения: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Жидкость несжимаемая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Глубина жидкости в каждом сечении канала много меньше длины канала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Вертикальная скорость жидкости много меньше горизонтальной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Изменение параметров течения жидкости (глубины и скорости) вдоль канала заметно меняются только на расстояниях, много больших глубины жидкости.   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itle 2"/>
          <p:cNvSpPr/>
          <p:nvPr/>
        </p:nvSpPr>
        <p:spPr>
          <a:xfrm>
            <a:off x="307440" y="18720"/>
            <a:ext cx="10514520" cy="13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Теория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65" descr=""/>
          <p:cNvPicPr/>
          <p:nvPr/>
        </p:nvPicPr>
        <p:blipFill>
          <a:blip r:embed="rId1"/>
          <a:stretch/>
        </p:blipFill>
        <p:spPr>
          <a:xfrm>
            <a:off x="121680" y="1800000"/>
            <a:ext cx="11937600" cy="32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68" name="Picture 67" descr=""/>
          <p:cNvPicPr/>
          <p:nvPr/>
        </p:nvPicPr>
        <p:blipFill>
          <a:blip r:embed="rId1"/>
          <a:stretch/>
        </p:blipFill>
        <p:spPr>
          <a:xfrm>
            <a:off x="1189080" y="180000"/>
            <a:ext cx="8880480" cy="652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70" name="Picture 69" descr=""/>
          <p:cNvPicPr/>
          <p:nvPr/>
        </p:nvPicPr>
        <p:blipFill>
          <a:blip r:embed="rId1"/>
          <a:stretch/>
        </p:blipFill>
        <p:spPr>
          <a:xfrm>
            <a:off x="1154520" y="180000"/>
            <a:ext cx="9104760" cy="64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4320"/>
            <a:ext cx="10514520" cy="13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72" name="Picture 71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72" descr=""/>
          <p:cNvPicPr/>
          <p:nvPr/>
        </p:nvPicPr>
        <p:blipFill>
          <a:blip r:embed="rId2"/>
          <a:stretch/>
        </p:blipFill>
        <p:spPr>
          <a:xfrm>
            <a:off x="48240" y="360000"/>
            <a:ext cx="12011040" cy="59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75" name="Picture 74" descr=""/>
          <p:cNvPicPr/>
          <p:nvPr/>
        </p:nvPicPr>
        <p:blipFill>
          <a:blip r:embed="rId1"/>
          <a:stretch/>
        </p:blipFill>
        <p:spPr>
          <a:xfrm>
            <a:off x="360" y="315720"/>
            <a:ext cx="12191040" cy="59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4320"/>
            <a:ext cx="10514520" cy="13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77" name="" descr=""/>
          <p:cNvPicPr/>
          <p:nvPr/>
        </p:nvPicPr>
        <p:blipFill>
          <a:blip r:embed="rId1"/>
          <a:stretch/>
        </p:blipFill>
        <p:spPr>
          <a:xfrm>
            <a:off x="1774080" y="180000"/>
            <a:ext cx="8400240" cy="630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79" name="Picture 93" descr=""/>
          <p:cNvPicPr/>
          <p:nvPr/>
        </p:nvPicPr>
        <p:blipFill>
          <a:blip r:embed="rId1"/>
          <a:stretch/>
        </p:blipFill>
        <p:spPr>
          <a:xfrm>
            <a:off x="48240" y="540000"/>
            <a:ext cx="12143160" cy="59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81" name="Picture 95" descr=""/>
          <p:cNvPicPr/>
          <p:nvPr/>
        </p:nvPicPr>
        <p:blipFill>
          <a:blip r:embed="rId1"/>
          <a:stretch/>
        </p:blipFill>
        <p:spPr>
          <a:xfrm>
            <a:off x="360" y="495720"/>
            <a:ext cx="12191040" cy="59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4320"/>
            <a:ext cx="10514520" cy="13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83" name="Picture 100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Picture 101" descr=""/>
          <p:cNvPicPr/>
          <p:nvPr/>
        </p:nvPicPr>
        <p:blipFill>
          <a:blip r:embed="rId2"/>
          <a:stretch/>
        </p:blipFill>
        <p:spPr>
          <a:xfrm>
            <a:off x="48240" y="495720"/>
            <a:ext cx="12143160" cy="598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7" name="Picture 4" descr=""/>
          <p:cNvPicPr/>
          <p:nvPr/>
        </p:nvPicPr>
        <p:blipFill>
          <a:blip r:embed="rId1"/>
          <a:stretch/>
        </p:blipFill>
        <p:spPr>
          <a:xfrm>
            <a:off x="0" y="0"/>
            <a:ext cx="6095520" cy="299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Picture 6" descr=""/>
          <p:cNvPicPr/>
          <p:nvPr/>
        </p:nvPicPr>
        <p:blipFill>
          <a:blip r:embed="rId2"/>
          <a:stretch/>
        </p:blipFill>
        <p:spPr>
          <a:xfrm>
            <a:off x="6002280" y="0"/>
            <a:ext cx="6095520" cy="299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Picture 8" descr=""/>
          <p:cNvPicPr/>
          <p:nvPr/>
        </p:nvPicPr>
        <p:blipFill>
          <a:blip r:embed="rId3"/>
          <a:stretch/>
        </p:blipFill>
        <p:spPr>
          <a:xfrm>
            <a:off x="0" y="2992320"/>
            <a:ext cx="6174360" cy="303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Picture 10" descr=""/>
          <p:cNvPicPr/>
          <p:nvPr/>
        </p:nvPicPr>
        <p:blipFill>
          <a:blip r:embed="rId4"/>
          <a:stretch/>
        </p:blipFill>
        <p:spPr>
          <a:xfrm>
            <a:off x="6001200" y="2839680"/>
            <a:ext cx="6189480" cy="303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4" descr=""/>
          <p:cNvPicPr/>
          <p:nvPr/>
        </p:nvPicPr>
        <p:blipFill>
          <a:blip r:embed="rId1"/>
          <a:stretch/>
        </p:blipFill>
        <p:spPr>
          <a:xfrm>
            <a:off x="-360" y="0"/>
            <a:ext cx="6008400" cy="294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Picture 6" descr=""/>
          <p:cNvPicPr/>
          <p:nvPr/>
        </p:nvPicPr>
        <p:blipFill>
          <a:blip r:embed="rId2"/>
          <a:stretch/>
        </p:blipFill>
        <p:spPr>
          <a:xfrm>
            <a:off x="6008400" y="0"/>
            <a:ext cx="6008400" cy="294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8" descr=""/>
          <p:cNvPicPr/>
          <p:nvPr/>
        </p:nvPicPr>
        <p:blipFill>
          <a:blip r:embed="rId3"/>
          <a:stretch/>
        </p:blipFill>
        <p:spPr>
          <a:xfrm>
            <a:off x="0" y="2778120"/>
            <a:ext cx="6008400" cy="294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Picture 10" descr=""/>
          <p:cNvPicPr/>
          <p:nvPr/>
        </p:nvPicPr>
        <p:blipFill>
          <a:blip r:embed="rId4"/>
          <a:stretch/>
        </p:blipFill>
        <p:spPr>
          <a:xfrm>
            <a:off x="6051960" y="2832120"/>
            <a:ext cx="6138720" cy="301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364320"/>
            <a:ext cx="10514520" cy="13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pic>
        <p:nvPicPr>
          <p:cNvPr id="98" name="Picture 106" descr=""/>
          <p:cNvPicPr/>
          <p:nvPr/>
        </p:nvPicPr>
        <p:blipFill>
          <a:blip r:embed="rId1"/>
          <a:stretch/>
        </p:blipFill>
        <p:spPr>
          <a:xfrm>
            <a:off x="360" y="360000"/>
            <a:ext cx="9178920" cy="45050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99" name="Table 107"/>
          <p:cNvGraphicFramePr/>
          <p:nvPr/>
        </p:nvGraphicFramePr>
        <p:xfrm>
          <a:off x="117000" y="4899600"/>
          <a:ext cx="10752120" cy="1760400"/>
        </p:xfrm>
        <a:graphic>
          <a:graphicData uri="http://schemas.openxmlformats.org/drawingml/2006/table">
            <a:tbl>
              <a:tblPr/>
              <a:tblGrid>
                <a:gridCol w="894960"/>
                <a:gridCol w="895320"/>
                <a:gridCol w="896760"/>
                <a:gridCol w="896040"/>
                <a:gridCol w="895320"/>
                <a:gridCol w="895320"/>
                <a:gridCol w="896040"/>
                <a:gridCol w="895320"/>
                <a:gridCol w="896760"/>
                <a:gridCol w="896040"/>
                <a:gridCol w="894240"/>
                <a:gridCol w="900360"/>
              </a:tblGrid>
              <a:tr h="689400"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5320"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h, </a:t>
                      </a: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см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2.3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3.0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4.1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4.8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5.0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6.9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7.8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9.9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5680"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v,</a:t>
                      </a: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м/с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0.46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0.48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0.56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0.68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0.84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0.84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1.02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Application>LibreOffice/25.2.7.2$Windows_X86_64 LibreOffice_project/5cbfd1ab6520636bb5f7b99185aa69bd7456825d</Application>
  <AppVersion>15.0000</AppVersion>
  <Words>233</Words>
  <Paragraphs>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2025-11-24T11:45:24Z</dcterms:created>
  <dc:creator>Данилов Олег</dc:creator>
  <dc:description/>
  <dc:language>ru-RU</dc:language>
  <cp:lastModifiedBy/>
  <dcterms:modified xsi:type="dcterms:W3CDTF">2025-12-10T12:08:26Z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PresentationFormat">
    <vt:lpwstr>Widescreen</vt:lpwstr>
  </property>
  <property fmtid="{D5CDD505-2E9C-101B-9397-08002B2CF9AE}" pid="4" name="Slides">
    <vt:i4>16</vt:i4>
  </property>
</Properties>
</file>